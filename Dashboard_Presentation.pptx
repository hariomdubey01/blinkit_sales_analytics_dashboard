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 autoAdjust="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378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237744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Sales Analytics Dashboard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|  Excel  |  Data Analytics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2011680" cy="0"/>
          </a:xfrm>
          <a:prstGeom prst="line">
            <a:avLst/>
          </a:prstGeom>
          <a:noFill/>
          <a:ln w="31750">
            <a:solidFill>
              <a:srgbClr val="F8CD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617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Hariom Dubey
</a:t>
            </a: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Andrews Institute of Technology and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Blinkit sales data to identify: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67712"/>
            <a:ext cx="256032" cy="256032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67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185416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
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total and average revenue trends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256032" cy="256032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843784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Purchasing Trends
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and how customers buy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84448"/>
            <a:ext cx="256032" cy="256032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84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3502152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Performance
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outlets by size, type, and location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242816"/>
            <a:ext cx="256032" cy="256032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428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41605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Analysis
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and low performing categories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901184"/>
            <a:ext cx="256032" cy="256032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01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4818888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
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raw data into decisions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223760" y="1417320"/>
            <a:ext cx="4434840" cy="4709160"/>
          </a:xfrm>
          <a:prstGeom prst="rect">
            <a:avLst/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380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43800" y="2331720"/>
            <a:ext cx="128016" cy="128016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2203704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
</a:t>
            </a:r>
            <a:r>
              <a:rPr lang="en-US" sz="10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organization &amp; preliminary analysis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3800" y="3291840"/>
            <a:ext cx="128016" cy="128016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26" name="Text 24"/>
          <p:cNvSpPr/>
          <p:nvPr/>
        </p:nvSpPr>
        <p:spPr>
          <a:xfrm>
            <a:off x="7818120" y="3163824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
</a:t>
            </a:r>
            <a:r>
              <a:rPr lang="en-US" sz="10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&amp; visualization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43800" y="4251960"/>
            <a:ext cx="128016" cy="128016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28" name="Text 26"/>
          <p:cNvSpPr/>
          <p:nvPr/>
        </p:nvSpPr>
        <p:spPr>
          <a:xfrm>
            <a:off x="7818120" y="4123944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
</a:t>
            </a:r>
            <a:r>
              <a:rPr lang="en-US" sz="10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extraction, cleaning &amp; transformation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43800" y="5212080"/>
            <a:ext cx="128016" cy="128016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30" name="Text 28"/>
          <p:cNvSpPr/>
          <p:nvPr/>
        </p:nvSpPr>
        <p:spPr>
          <a:xfrm>
            <a:off x="7818120" y="5084064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
</a:t>
            </a:r>
            <a:r>
              <a:rPr lang="en-US" sz="10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measures &amp; calculated metrics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Analytics Dashboard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Information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9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Kaggle / Blinkit Public 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042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61688" y="141732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0288" y="15727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B9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8,500+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90288" y="23042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74736" y="141732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03336" y="15727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B9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403336" y="23042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COLUMNS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840480"/>
            <a:ext cx="411480" cy="41148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6576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records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26480" y="3657600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840480"/>
            <a:ext cx="411480" cy="41148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36576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846320"/>
            <a:ext cx="411480" cy="41148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46634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26480" y="4663440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4846320"/>
            <a:ext cx="411480" cy="41148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03720" y="46634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category names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Analytics Dashboard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 KPIs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metrics surfaced at the top of the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3294" y="1600200"/>
            <a:ext cx="2697480" cy="274320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97480" cy="73152"/>
          </a:xfrm>
          <a:prstGeom prst="rect">
            <a:avLst/>
          </a:prstGeom>
          <a:solidFill>
            <a:srgbClr val="F8CD46"/>
          </a:solidFill>
          <a:ln/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995220"/>
            <a:ext cx="2331720" cy="9765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0454" y="31787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4930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overall revenue generated across all outlets and product categories.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51860" y="1600200"/>
            <a:ext cx="2697480" cy="274320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600200"/>
            <a:ext cx="2697480" cy="73152"/>
          </a:xfrm>
          <a:prstGeom prst="rect">
            <a:avLst/>
          </a:prstGeom>
          <a:solidFill>
            <a:srgbClr val="F8CD46"/>
          </a:solidFill>
          <a:ln/>
        </p:spPr>
      </p:sp>
      <p:pic>
        <p:nvPicPr>
          <p:cNvPr id="11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11880" y="1995220"/>
            <a:ext cx="2377440" cy="97657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1729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4930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sales value per item, indicating typical transaction performance.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1600200"/>
            <a:ext cx="2697480" cy="274320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600200"/>
            <a:ext cx="2697480" cy="73152"/>
          </a:xfrm>
          <a:prstGeom prst="rect">
            <a:avLst/>
          </a:prstGeom>
          <a:solidFill>
            <a:srgbClr val="F8CD46"/>
          </a:solidFill>
          <a:ln/>
        </p:spPr>
      </p:sp>
      <p:pic>
        <p:nvPicPr>
          <p:cNvPr id="16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46520" y="1995220"/>
            <a:ext cx="2377440" cy="9765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154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Items Sold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2240" y="34930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count of unique products sold, reflecting overall demand volume.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189720" y="1600200"/>
            <a:ext cx="2697480" cy="274320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89720" y="1600200"/>
            <a:ext cx="2697480" cy="73152"/>
          </a:xfrm>
          <a:prstGeom prst="rect">
            <a:avLst/>
          </a:prstGeom>
          <a:solidFill>
            <a:srgbClr val="F8CD46"/>
          </a:solidFill>
          <a:ln/>
        </p:spPr>
      </p:sp>
      <p:pic>
        <p:nvPicPr>
          <p:cNvPr id="21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326880" y="1995220"/>
            <a:ext cx="2423160" cy="97657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29992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72600" y="34930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customer rating across items, signalling product &amp; service quality.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Analytics Dashboard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5026"/>
            <a:ext cx="11091671" cy="5161494"/>
          </a:xfrm>
          <a:prstGeom prst="rect">
            <a:avLst/>
          </a:prstGeom>
          <a:solidFill>
            <a:srgbClr val="FFFFFF"/>
          </a:solidFill>
          <a:ln w="254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Analytics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3EAE86C-D150-CC14-F9F7-9246F77C1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37" y="1365895"/>
            <a:ext cx="11030074" cy="4925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Visualizations Used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EDEDE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863840" cy="4535424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Metrics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 Content 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Type 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 Establishment Trend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 Size 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Funnel / Column 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 Location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Filtering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417320"/>
            <a:ext cx="2971800" cy="457200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0" y="16916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8CD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6000" dirty="0"/>
          </a:p>
        </p:txBody>
      </p:sp>
      <p:sp>
        <p:nvSpPr>
          <p:cNvPr id="4" name="Text 4"/>
          <p:cNvSpPr/>
          <p:nvPr/>
        </p:nvSpPr>
        <p:spPr>
          <a:xfrm>
            <a:off x="8961120" y="269748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visual types combined into one interactive report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052560" y="4114800"/>
            <a:ext cx="2240280" cy="0"/>
          </a:xfrm>
          <a:prstGeom prst="line">
            <a:avLst/>
          </a:prstGeom>
          <a:noFill/>
          <a:ln w="19050">
            <a:solidFill>
              <a:srgbClr val="F8CD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0" y="429768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is linked to the slicer panel for real-time cross-filtering.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Analytics Dashboard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Medium-sized outlets contributed the highest share of total sales $507.90k, making them the best-performing outlet size.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606040"/>
            <a:ext cx="411480" cy="4114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4231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&amp; Vegetables and Snack Foods generated the highest revenue, indicating strong customer demand.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96996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520440"/>
            <a:ext cx="411480" cy="4114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500" b="1" dirty="0"/>
              <a:t>Tier-3 outlets accounted for the highest share of total sales $207.37k, outperforming Tier-1 and Tier-2 locations.</a:t>
            </a:r>
            <a:endParaRPr lang="en-US" sz="1500" b="1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434840"/>
            <a:ext cx="411480" cy="4114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2519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500" b="1" dirty="0"/>
              <a:t>Regular Fat products contributed approximately XX% of total sales, reflecting higher customer preference compared to Low Fat products.</a:t>
            </a:r>
            <a:endParaRPr lang="en-US" sz="1500" b="1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349240"/>
            <a:ext cx="411480" cy="4114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166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outlets show more consistent revenue.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Analytics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Recommendations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3547872" cy="21488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CD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090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stock of top-selling categories.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79392" y="1600200"/>
            <a:ext cx="3547872" cy="21488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CD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07992" y="2468880"/>
            <a:ext cx="3090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inventory planning.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10144" y="1600200"/>
            <a:ext cx="3547872" cy="21488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38744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CD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38744" y="2468880"/>
            <a:ext cx="3090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medium-sized outlets.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14016" y="3977640"/>
            <a:ext cx="3547872" cy="21488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4160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CD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642616" y="4846320"/>
            <a:ext cx="3090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offers for low-performing categories.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44768" y="3977640"/>
            <a:ext cx="3547872" cy="21488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4160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CD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73368" y="4846320"/>
            <a:ext cx="3090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ratings through better service.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Analytics Dashboard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&amp; Learning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91672" cy="18288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01168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283464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69748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352044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38328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calculations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8680" y="420624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06908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5513832" cy="470916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46520" y="2148840"/>
            <a:ext cx="109728" cy="109728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0116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46520" y="2834640"/>
            <a:ext cx="109728" cy="109728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6974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46520" y="3520440"/>
            <a:ext cx="109728" cy="109728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3832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46520" y="4206240"/>
            <a:ext cx="109728" cy="109728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40690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Design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46520" y="4892040"/>
            <a:ext cx="109728" cy="109728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7548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Generation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Analytics Dashboard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F8CD4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850392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Power BI dashboard.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770632"/>
            <a:ext cx="850392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7063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770632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reporting by creating one interactive dashboard.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3758184"/>
            <a:ext cx="850392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5818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758184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understanding of sales analytics and data visualization.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4745736"/>
            <a:ext cx="850392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45736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C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4745736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the ability to transform raw data into business decisions.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94360" y="5806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CD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Analytics Dashboard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534</Words>
  <Application>Microsoft Office PowerPoint</Application>
  <PresentationFormat>Widescreen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Hariom Dubey</dc:creator>
  <cp:lastModifiedBy>Hariom Kumar Dubey</cp:lastModifiedBy>
  <cp:revision>5</cp:revision>
  <dcterms:created xsi:type="dcterms:W3CDTF">2026-07-29T15:27:43Z</dcterms:created>
  <dcterms:modified xsi:type="dcterms:W3CDTF">2026-07-29T16:35:22Z</dcterms:modified>
</cp:coreProperties>
</file>